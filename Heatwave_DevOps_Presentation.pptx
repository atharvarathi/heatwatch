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Containerized Microservices for Heatwave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DevOps Approach to Climate Resilience</a:t>
            </a:r>
          </a:p>
          <a:p>
            <a:r>
              <a:t>Team: [Add 6 Member Names]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Heatwaves in India are severe, but current weather apps lack targeted, actionable advice.</a:t>
            </a:r>
          </a:p>
          <a:p>
            <a:pPr/>
            <a:r>
              <a:t>Traditional monolithic weather systems crash due to high traffic spikes during extreme climate events.</a:t>
            </a:r>
          </a:p>
          <a:p>
            <a:pPr/>
            <a:r>
              <a:t>Vulnerable populations (farmers, workers) need specific action plans, not just temperature readings.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AI-driven early advisory system with real-time monitoring.</a:t>
            </a:r>
          </a:p>
          <a:p>
            <a:pPr/>
            <a:r>
              <a:t>Custom action plans generated for Citizens, Farmers, Hospitals, and Municipalities.</a:t>
            </a:r>
          </a:p>
          <a:p>
            <a:pPr/>
            <a:r>
              <a:t>[PLACEHOLDER: Insert Dashboard Screenshot Here]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3-Tier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Separated the app into three distinct tiers for security and maintainability.</a:t>
            </a:r>
          </a:p>
          <a:p>
            <a:pPr/>
            <a:r>
              <a:t>Presentation Tier: React + Vite</a:t>
            </a:r>
          </a:p>
          <a:p>
            <a:pPr/>
            <a:r>
              <a:t>Application Tier: Node.js + Express</a:t>
            </a:r>
          </a:p>
          <a:p>
            <a:pPr/>
            <a:r>
              <a:t>Data Tier: Containerized MongoDB</a:t>
            </a:r>
          </a:p>
          <a:p>
            <a:pPr/>
            <a:r>
              <a:t>[PLACEHOLDER: Insert 3-Tier Flowchart Here]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Approach: Monolithic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built a Monolithic server handling weather, alerts, and analytics in a single process.</a:t>
            </a:r>
          </a:p>
          <a:p>
            <a:pPr/>
            <a:r>
              <a:t>Pros: Simple to develop and test locally.</a:t>
            </a:r>
          </a:p>
          <a:p>
            <a:pPr/>
            <a:r>
              <a:t>Cons: Single point of failure.</a:t>
            </a:r>
          </a:p>
          <a:p>
            <a:pPr/>
            <a:r>
              <a:t>Risk: If weather traffic spikes, the critical emergency alert system goes down too.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Evolution: Microservices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Migrated to 4 decoupled microservices: Weather, Alerts, Advisory, and Analytics.</a:t>
            </a:r>
          </a:p>
          <a:p>
            <a:pPr/>
            <a:r>
              <a:t>Nginx API Gateway acts as a reverse proxy to route traffic.</a:t>
            </a:r>
          </a:p>
          <a:p>
            <a:pPr/>
            <a:r>
              <a:t>Fault isolation: if one service crashes, the others remain 100% operational.</a:t>
            </a:r>
          </a:p>
          <a:p>
            <a:pPr/>
            <a:r>
              <a:t>[PLACEHOLDER: Insert Microservices Diagram Here]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Monolithic vs Microservices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Codebase: Unified (Monolithic) vs Independent (Microservices)</a:t>
            </a:r>
          </a:p>
          <a:p>
            <a:pPr/>
            <a:r>
              <a:t>Fault Tolerance: Low / Single Point of Failure (Mono) vs High / Isolated (Micro)</a:t>
            </a:r>
          </a:p>
          <a:p>
            <a:pPr/>
            <a:r>
              <a:t>Scalability: Scale entire app (Mono) vs Scale specific high-traffic parts (Micro)</a:t>
            </a:r>
          </a:p>
          <a:p>
            <a:pPr/>
            <a:r>
              <a:t>Docker Containers: 4 containers (Mono) vs 7 containers (Micro)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&amp; Containerization (Docker)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service, frontend, and database is isolated in its own Docker container.</a:t>
            </a:r>
          </a:p>
          <a:p>
            <a:pPr/>
            <a:r>
              <a:t>Eliminated 'it works on my machine' issues.</a:t>
            </a:r>
          </a:p>
          <a:p>
            <a:pPr/>
            <a:r>
              <a:t>Docker Compose orchestrates 7 interconnected containers with a single command.</a:t>
            </a:r>
          </a:p>
          <a:p>
            <a:pPr/>
            <a:r>
              <a:t>Ensures exact parity between development and production environments.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Continuous Integration &amp; Deployment (CI/CD)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pipeline built using GitHub Actions.</a:t>
            </a:r>
          </a:p>
          <a:p>
            <a:pPr/>
            <a:r>
              <a:t>4 Stages:</a:t>
            </a:r>
          </a:p>
          <a:p>
            <a:pPr/>
            <a:r>
              <a:t>  1. Lint &amp; Unit Tests</a:t>
            </a:r>
          </a:p>
          <a:p>
            <a:pPr/>
            <a:r>
              <a:t>  2. Build Docker Images</a:t>
            </a:r>
          </a:p>
          <a:p>
            <a:pPr/>
            <a:r>
              <a:t>  3. Validate Compose Configs</a:t>
            </a:r>
          </a:p>
          <a:p>
            <a:pPr/>
            <a:r>
              <a:t>  4. Integration Health Checks</a:t>
            </a:r>
          </a:p>
          <a:p>
            <a:pPr/>
            <a:r>
              <a:t>Ensures zero broken code reaches production.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Graceful Degradation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Graceful Degradation: If backend crashes, React frontend falls back to cached local data.</a:t>
            </a:r>
          </a:p>
          <a:p>
            <a:pPr/>
            <a:r>
              <a:t>Zero UI disruption during catastrophic backend failures.</a:t>
            </a:r>
          </a:p>
          <a:p>
            <a:pPr/>
            <a:r>
              <a:t>Conclusion: Successfully built a climate emergency tool backed by resilient, scalable DevOps architecture.</a:t>
            </a:r>
          </a:p>
          <a:p>
            <a:pPr/>
            <a:r>
              <a:t>Thank You &amp; 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